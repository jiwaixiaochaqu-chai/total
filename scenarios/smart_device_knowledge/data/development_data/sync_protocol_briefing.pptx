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同步链路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 创建 session 后读取设备记录。</a:t>
            </a:r>
          </a:p>
          <a:p>
            <a:r>
              <a:t>设备端返回分页数据和电量字段。</a:t>
            </a:r>
          </a:p>
          <a:p>
            <a:r>
              <a:t>超过 60 秒读取旧 session 会触发 E103。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版本字段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product_model 用于区分设备型号。</a:t>
            </a:r>
          </a:p>
          <a:p>
            <a:pPr/>
            <a:r>
              <a:t>hardware_version 和 firmware_version 用于定位设备端差异。</a:t>
            </a:r>
          </a:p>
          <a:p>
            <a:pPr/>
            <a:r>
              <a:t>app_version 和 mobile_os 用于定位客户端兼容问题。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排查原则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先确认接口入参是否完整。</a:t>
            </a:r>
          </a:p>
          <a:p>
            <a:pPr/>
            <a:r>
              <a:t>再确认蓝牙连接状态和 session 生命周期。</a:t>
            </a:r>
          </a:p>
          <a:p>
            <a:pPr/>
            <a:r>
              <a:t>最后比对兼容矩阵和错误码登记表。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