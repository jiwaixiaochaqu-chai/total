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演示同步协议概览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虚构脱敏样例，用于智能健康设备技术知识入库测试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E103 会话过期流程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product_model: SW-H8</a:t>
            </a:r>
          </a:p>
          <a:p>
            <a:pPr/>
            <a:r>
              <a:t>firmware_version: 1.3.6</a:t>
            </a:r>
          </a:p>
          <a:p>
            <a:pPr/>
            <a:r>
              <a:t>app_version: 2.8.1</a:t>
            </a:r>
          </a:p>
          <a:p>
            <a:pPr/>
            <a:r>
              <a:t>mobile_os: Android 14</a:t>
            </a:r>
          </a:p>
          <a:p>
            <a:pPr/>
            <a:r>
              <a:t>error_codes: E103</a:t>
            </a:r>
          </a:p>
          <a:p>
            <a:pPr/>
            <a:r>
              <a:t>超过 60 秒读取旧 session_id 时返回 E103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