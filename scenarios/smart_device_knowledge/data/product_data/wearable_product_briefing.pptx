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产品知识查询范围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产品规格、功能边界、版本差异和页面入口属于产品知识。</a:t>
            </a:r>
          </a:p>
          <a:p>
            <a:r>
              <a:t>销售用于确认客户问到的型号差异。</a:t>
            </a:r>
          </a:p>
          <a:p>
            <a:r>
              <a:t>客服用于回答用户功能入口和使用边界。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SW-H8 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运动记录和心率趋势是主要展示能力。</a:t>
            </a:r>
          </a:p>
          <a:p>
            <a:pPr/>
            <a:r>
              <a:t>睡眠摘要说明统计区间和同步时间。</a:t>
            </a:r>
          </a:p>
          <a:p>
            <a:pPr/>
            <a:r>
              <a:t>设备能力说明需要遵守产品手册边界。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跨角色使用方式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新员工通过产品知识理解已有产品线。</a:t>
            </a:r>
          </a:p>
          <a:p>
            <a:pPr/>
            <a:r>
              <a:t>产品经理通过版本差异整理需求影响范围。</a:t>
            </a:r>
          </a:p>
          <a:p>
            <a:pPr/>
            <a:r>
              <a:t>测试同事遇到功能口径问题时可先查产品资料。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