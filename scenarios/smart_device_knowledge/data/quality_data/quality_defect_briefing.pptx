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测试知识使用方式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先检索历史缺陷和复现路径。</a:t>
            </a:r>
          </a:p>
          <a:p>
            <a:r>
              <a:t>再确认当前版本是否与历史记录一致。</a:t>
            </a:r>
          </a:p>
          <a:p>
            <a:r>
              <a:t>最后由测试人员决定是否生成缺陷单草稿。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E103 复现路径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创建同步会话并等待超过 60 秒。</a:t>
            </a:r>
          </a:p>
          <a:p>
            <a:pPr/>
            <a:r>
              <a:t>继续使用旧 session_id 调用 readRecords。</a:t>
            </a:r>
          </a:p>
          <a:p>
            <a:pPr/>
            <a:r>
              <a:t>观察返回错误码和 App 页面提示。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缺陷单字段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标题应包含型号、版本和核心现象。</a:t>
            </a:r>
          </a:p>
          <a:p>
            <a:pPr/>
            <a:r>
              <a:t>正文应包含前置条件、复现步骤、实际结果和期望结果。</a:t>
            </a:r>
          </a:p>
          <a:p>
            <a:pPr/>
            <a:r>
              <a:t>附件可包含日志、截图和接口返回。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