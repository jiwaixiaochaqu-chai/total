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客服查询入口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用户问页面在哪里时，先查产品或客服 SOP。</a:t>
            </a:r>
          </a:p>
          <a:p>
            <a:r>
              <a:t>用户问同步为什么失败时，先查客服 SOP 和错误码。</a:t>
            </a:r>
          </a:p>
          <a:p>
            <a:r>
              <a:t>疑似缺陷由测试同事确认后再进入缺陷流程。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绑定问题处理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确认手机系统和 App 版本。</a:t>
            </a:r>
          </a:p>
          <a:p>
            <a:pPr/>
            <a:r>
              <a:t>确认设备是否处于可配对状态。</a:t>
            </a:r>
          </a:p>
          <a:p>
            <a:pPr/>
            <a:r>
              <a:t>确认旧账号是否仍占用绑定关系。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睡眠报告解释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说明统计区间和同步时间。</a:t>
            </a:r>
          </a:p>
          <a:p>
            <a:pPr/>
            <a:r>
              <a:t>解释页面字段的产品含义。</a:t>
            </a:r>
          </a:p>
          <a:p>
            <a:pPr/>
            <a:r>
              <a:t>避免给出医疗诊断类结论。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